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7" r:id="rId2"/>
    <p:sldId id="258" r:id="rId3"/>
    <p:sldId id="263" r:id="rId4"/>
    <p:sldId id="259" r:id="rId5"/>
    <p:sldId id="262"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ri Varshini C" userId="25a8cfa47b96a522" providerId="LiveId" clId="{97BE6981-9228-49FB-94B9-C686E2A1484B}"/>
    <pc:docChg chg="custSel addSld delSld modSld sldOrd">
      <pc:chgData name="Sri Varshini C" userId="25a8cfa47b96a522" providerId="LiveId" clId="{97BE6981-9228-49FB-94B9-C686E2A1484B}" dt="2025-07-06T17:07:46.793" v="39" actId="478"/>
      <pc:docMkLst>
        <pc:docMk/>
      </pc:docMkLst>
      <pc:sldChg chg="modSp mod">
        <pc:chgData name="Sri Varshini C" userId="25a8cfa47b96a522" providerId="LiveId" clId="{97BE6981-9228-49FB-94B9-C686E2A1484B}" dt="2025-07-04T14:58:26.820" v="5" actId="1076"/>
        <pc:sldMkLst>
          <pc:docMk/>
          <pc:sldMk cId="0" sldId="257"/>
        </pc:sldMkLst>
      </pc:sldChg>
      <pc:sldChg chg="modSp mod">
        <pc:chgData name="Sri Varshini C" userId="25a8cfa47b96a522" providerId="LiveId" clId="{97BE6981-9228-49FB-94B9-C686E2A1484B}" dt="2025-07-04T15:00:50.153" v="21" actId="1076"/>
        <pc:sldMkLst>
          <pc:docMk/>
          <pc:sldMk cId="0" sldId="259"/>
        </pc:sldMkLst>
      </pc:sldChg>
      <pc:sldChg chg="modSp mod">
        <pc:chgData name="Sri Varshini C" userId="25a8cfa47b96a522" providerId="LiveId" clId="{97BE6981-9228-49FB-94B9-C686E2A1484B}" dt="2025-07-04T15:00:22.426" v="17" actId="14100"/>
        <pc:sldMkLst>
          <pc:docMk/>
          <pc:sldMk cId="3676552839" sldId="263"/>
        </pc:sldMkLst>
      </pc:sldChg>
      <pc:sldChg chg="new del">
        <pc:chgData name="Sri Varshini C" userId="25a8cfa47b96a522" providerId="LiveId" clId="{97BE6981-9228-49FB-94B9-C686E2A1484B}" dt="2025-07-06T17:06:55.175" v="23" actId="2696"/>
        <pc:sldMkLst>
          <pc:docMk/>
          <pc:sldMk cId="2040854636" sldId="264"/>
        </pc:sldMkLst>
      </pc:sldChg>
      <pc:sldChg chg="new del ord">
        <pc:chgData name="Sri Varshini C" userId="25a8cfa47b96a522" providerId="LiveId" clId="{97BE6981-9228-49FB-94B9-C686E2A1484B}" dt="2025-07-06T17:07:04.764" v="27" actId="2696"/>
        <pc:sldMkLst>
          <pc:docMk/>
          <pc:sldMk cId="2597392476" sldId="264"/>
        </pc:sldMkLst>
      </pc:sldChg>
      <pc:sldChg chg="delSp modSp add mod">
        <pc:chgData name="Sri Varshini C" userId="25a8cfa47b96a522" providerId="LiveId" clId="{97BE6981-9228-49FB-94B9-C686E2A1484B}" dt="2025-07-06T17:07:25.593" v="33" actId="478"/>
        <pc:sldMkLst>
          <pc:docMk/>
          <pc:sldMk cId="4064455930" sldId="264"/>
        </pc:sldMkLst>
      </pc:sldChg>
      <pc:sldChg chg="delSp modSp add mod">
        <pc:chgData name="Sri Varshini C" userId="25a8cfa47b96a522" providerId="LiveId" clId="{97BE6981-9228-49FB-94B9-C686E2A1484B}" dt="2025-07-06T17:07:32.696" v="35" actId="478"/>
        <pc:sldMkLst>
          <pc:docMk/>
          <pc:sldMk cId="2038742915" sldId="265"/>
        </pc:sldMkLst>
      </pc:sldChg>
      <pc:sldChg chg="delSp modSp add mod">
        <pc:chgData name="Sri Varshini C" userId="25a8cfa47b96a522" providerId="LiveId" clId="{97BE6981-9228-49FB-94B9-C686E2A1484B}" dt="2025-07-06T17:07:39.821" v="37" actId="478"/>
        <pc:sldMkLst>
          <pc:docMk/>
          <pc:sldMk cId="778631310" sldId="266"/>
        </pc:sldMkLst>
      </pc:sldChg>
      <pc:sldChg chg="delSp modSp add mod">
        <pc:chgData name="Sri Varshini C" userId="25a8cfa47b96a522" providerId="LiveId" clId="{97BE6981-9228-49FB-94B9-C686E2A1484B}" dt="2025-07-06T17:07:46.793" v="39" actId="478"/>
        <pc:sldMkLst>
          <pc:docMk/>
          <pc:sldMk cId="3930215688" sldId="267"/>
        </pc:sldMkLst>
      </pc:sldChg>
    </pc:docChg>
  </pc:docChgLst>
  <pc:docChgLst>
    <pc:chgData name="Sri Varshini C" userId="25a8cfa47b96a522" providerId="LiveId" clId="{3D08F380-3C2E-4943-ACF2-B61094038105}"/>
    <pc:docChg chg="delSld">
      <pc:chgData name="Sri Varshini C" userId="25a8cfa47b96a522" providerId="LiveId" clId="{3D08F380-3C2E-4943-ACF2-B61094038105}" dt="2025-10-07T23:44:39.455" v="3" actId="2696"/>
      <pc:docMkLst>
        <pc:docMk/>
      </pc:docMkLst>
      <pc:sldChg chg="del">
        <pc:chgData name="Sri Varshini C" userId="25a8cfa47b96a522" providerId="LiveId" clId="{3D08F380-3C2E-4943-ACF2-B61094038105}" dt="2025-10-07T23:44:36.375" v="2" actId="2696"/>
        <pc:sldMkLst>
          <pc:docMk/>
          <pc:sldMk cId="4064455930" sldId="264"/>
        </pc:sldMkLst>
      </pc:sldChg>
      <pc:sldChg chg="del">
        <pc:chgData name="Sri Varshini C" userId="25a8cfa47b96a522" providerId="LiveId" clId="{3D08F380-3C2E-4943-ACF2-B61094038105}" dt="2025-10-07T23:44:33.146" v="1" actId="2696"/>
        <pc:sldMkLst>
          <pc:docMk/>
          <pc:sldMk cId="2038742915" sldId="265"/>
        </pc:sldMkLst>
      </pc:sldChg>
      <pc:sldChg chg="del">
        <pc:chgData name="Sri Varshini C" userId="25a8cfa47b96a522" providerId="LiveId" clId="{3D08F380-3C2E-4943-ACF2-B61094038105}" dt="2025-10-07T23:44:39.455" v="3" actId="2696"/>
        <pc:sldMkLst>
          <pc:docMk/>
          <pc:sldMk cId="778631310" sldId="266"/>
        </pc:sldMkLst>
      </pc:sldChg>
      <pc:sldChg chg="del">
        <pc:chgData name="Sri Varshini C" userId="25a8cfa47b96a522" providerId="LiveId" clId="{3D08F380-3C2E-4943-ACF2-B61094038105}" dt="2025-10-07T23:44:30.827" v="0" actId="2696"/>
        <pc:sldMkLst>
          <pc:docMk/>
          <pc:sldMk cId="3930215688"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8D6AF9-1847-4026-BCC6-B84FFA1FC6F9}" type="datetimeFigureOut">
              <a:rPr lang="en-IN" smtClean="0"/>
              <a:t>08-10-2025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6DCBD8-6220-4D84-A867-5B819D2F1CDE}" type="slidenum">
              <a:rPr lang="en-IN" smtClean="0"/>
              <a:t>‹#›</a:t>
            </a:fld>
            <a:endParaRPr lang="en-IN"/>
          </a:p>
        </p:txBody>
      </p:sp>
    </p:spTree>
    <p:extLst>
      <p:ext uri="{BB962C8B-B14F-4D97-AF65-F5344CB8AC3E}">
        <p14:creationId xmlns:p14="http://schemas.microsoft.com/office/powerpoint/2010/main" val="386139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94232-D7A5-5B8B-A84C-E8F96A1B58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88DBA03-7A3E-E6D2-D230-93D5861B2E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ACBF262-B254-4D42-BDAD-4A8D27AD22C4}"/>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5" name="Footer Placeholder 4">
            <a:extLst>
              <a:ext uri="{FF2B5EF4-FFF2-40B4-BE49-F238E27FC236}">
                <a16:creationId xmlns:a16="http://schemas.microsoft.com/office/drawing/2014/main" id="{E51DEB1C-8F0B-0591-A97A-BFF05AD5058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D8E111-5853-47A9-F8EF-7F4249E8B85E}"/>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20320641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1C932-3255-9546-5903-29996C56CC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73E6C5C-29F0-E6D5-1A7C-6AD3E7F2C3E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E5B6AF7-EA79-21F1-6BA1-16A75E8F9F6E}"/>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5" name="Footer Placeholder 4">
            <a:extLst>
              <a:ext uri="{FF2B5EF4-FFF2-40B4-BE49-F238E27FC236}">
                <a16:creationId xmlns:a16="http://schemas.microsoft.com/office/drawing/2014/main" id="{FEDF1FD6-F219-FF3B-ACF2-256CB78193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012598-B71A-B3C2-313D-ABAD19C04589}"/>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2260623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810F6-3798-1C4F-EC43-01BEEC7A4F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19A56EA-D0D3-FB4B-746B-F3A41B9BA16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AE5D5AC-CB52-1DAD-EAC8-6F01B1BB5AB5}"/>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5" name="Footer Placeholder 4">
            <a:extLst>
              <a:ext uri="{FF2B5EF4-FFF2-40B4-BE49-F238E27FC236}">
                <a16:creationId xmlns:a16="http://schemas.microsoft.com/office/drawing/2014/main" id="{F7A5D187-53D9-54E0-FF79-DAC92181010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BD0E33-051B-C5F1-7757-64CBACC835D6}"/>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2155688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5A911-6DF7-7452-18A8-C03BF5EDF37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E1AA791-06ED-6D9C-D750-8F4D46A94EC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0E4774-8CB5-844B-311F-F856EF0D786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CE4F6E4-EF8A-58D7-24C9-69E5273C65F9}"/>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6" name="Footer Placeholder 5">
            <a:extLst>
              <a:ext uri="{FF2B5EF4-FFF2-40B4-BE49-F238E27FC236}">
                <a16:creationId xmlns:a16="http://schemas.microsoft.com/office/drawing/2014/main" id="{C0A5F123-F8DE-B982-2DBD-24534143609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BB4B2DE-C0A0-3A74-37CF-3E8DBD1D6919}"/>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28157412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ED464-3C47-807C-29F3-ADFC5E4C1EF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07994BD-73F6-91C9-8B91-2B690D693E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1A210E8-0109-33D6-EC24-2D83DDDA587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A13BD23-6A9B-3611-36FD-3F7DE2CE20A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34A400-EDBD-E0EC-B387-00838606B7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C9CDE6C-312A-1FDE-9FA6-5A705669B32F}"/>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8" name="Footer Placeholder 7">
            <a:extLst>
              <a:ext uri="{FF2B5EF4-FFF2-40B4-BE49-F238E27FC236}">
                <a16:creationId xmlns:a16="http://schemas.microsoft.com/office/drawing/2014/main" id="{F123735D-2553-90D7-3B42-4CBAEBF41CA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A940E86-EB45-BA64-488C-3BD062CD3D9C}"/>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3298514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C5221-92A9-8CFA-A305-51F65B3C09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C92D1B-DEC1-1AAF-A7C6-CC0BDB96A9CB}"/>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4" name="Footer Placeholder 3">
            <a:extLst>
              <a:ext uri="{FF2B5EF4-FFF2-40B4-BE49-F238E27FC236}">
                <a16:creationId xmlns:a16="http://schemas.microsoft.com/office/drawing/2014/main" id="{7B46687E-CD2A-1F12-ABE1-0B95E3B970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E88C2C6-E140-CA05-FF08-7E03B13B876B}"/>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38420349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A5A517E-20C0-72D9-7D85-D574464C3747}"/>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3" name="Footer Placeholder 2">
            <a:extLst>
              <a:ext uri="{FF2B5EF4-FFF2-40B4-BE49-F238E27FC236}">
                <a16:creationId xmlns:a16="http://schemas.microsoft.com/office/drawing/2014/main" id="{25B65329-CA89-58D0-D735-6213FEA03C9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27A42AB-F5BB-162B-CB20-02D3296E41DF}"/>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17286196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87A61-1DA9-6FF4-1053-B1ADD7B152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2DD343A-62A0-0EE5-4927-F46B5EB0C8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004E0CE-2F92-8F91-7C4E-99D636EFDE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AEE421-B01D-57A0-BE35-609FAF853737}"/>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6" name="Footer Placeholder 5">
            <a:extLst>
              <a:ext uri="{FF2B5EF4-FFF2-40B4-BE49-F238E27FC236}">
                <a16:creationId xmlns:a16="http://schemas.microsoft.com/office/drawing/2014/main" id="{66CEA00E-A1F3-D6D8-9662-62E3DF252F1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86623D9-C36B-E318-3BF0-679FDDF5159A}"/>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13583911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473E6-136C-62D4-DE5A-29CF69CF09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7D1FA89-7CA6-0EC9-98F7-4AF5BF5B50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26AE84B-9125-3DCB-4C4F-62BF5B4C94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8BD17F2-8A63-8E70-9ABE-61F07C499C28}"/>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6" name="Footer Placeholder 5">
            <a:extLst>
              <a:ext uri="{FF2B5EF4-FFF2-40B4-BE49-F238E27FC236}">
                <a16:creationId xmlns:a16="http://schemas.microsoft.com/office/drawing/2014/main" id="{AA845141-91C3-70F6-4F93-0F4604A12D1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B9466DE-01F1-7143-DA01-B72AF7FF2305}"/>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2916421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1DCE7-833F-5B44-E012-1CAD6CD6335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0C649E-28B2-CE8E-9390-9F2F8C9277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69D120B-DB58-7913-A771-B62E0104B1CD}"/>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5" name="Footer Placeholder 4">
            <a:extLst>
              <a:ext uri="{FF2B5EF4-FFF2-40B4-BE49-F238E27FC236}">
                <a16:creationId xmlns:a16="http://schemas.microsoft.com/office/drawing/2014/main" id="{7022006E-4964-2CC8-179A-9E6B7DE92B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C665A06-2A23-9410-DCA5-8B782BECEB85}"/>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2700091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F7A9533-18B3-067C-17E2-BF611762434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8E39BB-A7EC-E4F4-22DF-B883302D8D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33D5D35-70FE-2BEC-9877-96705E7A2FE6}"/>
              </a:ext>
            </a:extLst>
          </p:cNvPr>
          <p:cNvSpPr>
            <a:spLocks noGrp="1"/>
          </p:cNvSpPr>
          <p:nvPr>
            <p:ph type="dt" sz="half" idx="10"/>
          </p:nvPr>
        </p:nvSpPr>
        <p:spPr/>
        <p:txBody>
          <a:bodyPr/>
          <a:lstStyle/>
          <a:p>
            <a:fld id="{EA188D9A-C8B4-4799-B6EA-1AD9D3D232BF}" type="datetimeFigureOut">
              <a:rPr lang="en-IN" smtClean="0"/>
              <a:t>08-10-2025</a:t>
            </a:fld>
            <a:endParaRPr lang="en-IN"/>
          </a:p>
        </p:txBody>
      </p:sp>
      <p:sp>
        <p:nvSpPr>
          <p:cNvPr id="5" name="Footer Placeholder 4">
            <a:extLst>
              <a:ext uri="{FF2B5EF4-FFF2-40B4-BE49-F238E27FC236}">
                <a16:creationId xmlns:a16="http://schemas.microsoft.com/office/drawing/2014/main" id="{338677A7-65CC-CEBF-A757-75B66208B2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13662FA-4FF6-A36F-60A4-0DB5F9C880DE}"/>
              </a:ext>
            </a:extLst>
          </p:cNvPr>
          <p:cNvSpPr>
            <a:spLocks noGrp="1"/>
          </p:cNvSpPr>
          <p:nvPr>
            <p:ph type="sldNum" sz="quarter" idx="12"/>
          </p:nvPr>
        </p:nvSpPr>
        <p:spPr/>
        <p:txBody>
          <a:bodyPr/>
          <a:lstStyle/>
          <a:p>
            <a:fld id="{8C7DC7AA-EC67-4A6A-894B-58C804878EC5}" type="slidenum">
              <a:rPr lang="en-IN" smtClean="0"/>
              <a:t>‹#›</a:t>
            </a:fld>
            <a:endParaRPr lang="en-IN"/>
          </a:p>
        </p:txBody>
      </p:sp>
    </p:spTree>
    <p:extLst>
      <p:ext uri="{BB962C8B-B14F-4D97-AF65-F5344CB8AC3E}">
        <p14:creationId xmlns:p14="http://schemas.microsoft.com/office/powerpoint/2010/main" val="29540849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2" name="PlaceHolder 2"/>
          <p:cNvSpPr>
            <a:spLocks noGrp="1"/>
          </p:cNvSpPr>
          <p:nvPr>
            <p:ph/>
          </p:nvPr>
        </p:nvSpPr>
        <p:spPr>
          <a:xfrm>
            <a:off x="838080" y="1825560"/>
            <a:ext cx="10515240" cy="4350960"/>
          </a:xfrm>
          <a:prstGeom prst="rect">
            <a:avLst/>
          </a:prstGeom>
          <a:noFill/>
          <a:ln w="0">
            <a:noFill/>
          </a:ln>
        </p:spPr>
        <p:txBody>
          <a:bodyPr lIns="0" tIns="0" rIns="0" bIns="0" anchor="t">
            <a:normAutofit/>
          </a:bodyPr>
          <a:lstStyle/>
          <a:p>
            <a:pPr indent="0">
              <a:lnSpc>
                <a:spcPct val="90000"/>
              </a:lnSpc>
              <a:spcBef>
                <a:spcPts val="1315"/>
              </a:spcBef>
              <a:buNone/>
            </a:pPr>
            <a:endParaRPr lang="en-US" sz="26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3714CEE9-4765-42E5-A6FB-199C2AEAEFE4}" type="slidenum">
              <a:t>‹#›</a:t>
            </a:fld>
            <a:endParaRPr/>
          </a:p>
        </p:txBody>
      </p:sp>
      <p:sp>
        <p:nvSpPr>
          <p:cNvPr id="6" name="PlaceHolder 5"/>
          <p:cNvSpPr>
            <a:spLocks noGrp="1"/>
          </p:cNvSpPr>
          <p:nvPr>
            <p:ph type="dt" idx="10"/>
          </p:nvPr>
        </p:nvSpPr>
        <p:spPr/>
        <p:txBody>
          <a:bodyPr/>
          <a:lstStyle/>
          <a:p>
            <a:endParaRPr/>
          </a:p>
        </p:txBody>
      </p:sp>
    </p:spTree>
    <p:extLst>
      <p:ext uri="{BB962C8B-B14F-4D97-AF65-F5344CB8AC3E}">
        <p14:creationId xmlns:p14="http://schemas.microsoft.com/office/powerpoint/2010/main" val="797327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5" name="PlaceHolder 2"/>
          <p:cNvSpPr>
            <a:spLocks noGrp="1"/>
          </p:cNvSpPr>
          <p:nvPr>
            <p:ph/>
          </p:nvPr>
        </p:nvSpPr>
        <p:spPr>
          <a:xfrm>
            <a:off x="838080" y="1825560"/>
            <a:ext cx="5131080" cy="4350960"/>
          </a:xfrm>
          <a:prstGeom prst="rect">
            <a:avLst/>
          </a:prstGeom>
          <a:noFill/>
          <a:ln w="0">
            <a:noFill/>
          </a:ln>
        </p:spPr>
        <p:txBody>
          <a:bodyPr lIns="0" tIns="0" rIns="0" bIns="0" anchor="t">
            <a:normAutofit/>
          </a:bodyPr>
          <a:lstStyle/>
          <a:p>
            <a:pPr indent="0">
              <a:lnSpc>
                <a:spcPct val="90000"/>
              </a:lnSpc>
              <a:spcBef>
                <a:spcPts val="1315"/>
              </a:spcBef>
              <a:buNone/>
            </a:pPr>
            <a:endParaRPr lang="en-US" sz="2600" b="0" strike="noStrike" spc="-1">
              <a:solidFill>
                <a:schemeClr val="dk1"/>
              </a:solidFill>
              <a:latin typeface="Calibri"/>
            </a:endParaRPr>
          </a:p>
        </p:txBody>
      </p:sp>
      <p:sp>
        <p:nvSpPr>
          <p:cNvPr id="36" name="PlaceHolder 3"/>
          <p:cNvSpPr>
            <a:spLocks noGrp="1"/>
          </p:cNvSpPr>
          <p:nvPr>
            <p:ph/>
          </p:nvPr>
        </p:nvSpPr>
        <p:spPr>
          <a:xfrm>
            <a:off x="6226200" y="1825560"/>
            <a:ext cx="5131080" cy="4350960"/>
          </a:xfrm>
          <a:prstGeom prst="rect">
            <a:avLst/>
          </a:prstGeom>
          <a:noFill/>
          <a:ln w="0">
            <a:noFill/>
          </a:ln>
        </p:spPr>
        <p:txBody>
          <a:bodyPr lIns="0" tIns="0" rIns="0" bIns="0" anchor="t">
            <a:normAutofit/>
          </a:bodyPr>
          <a:lstStyle/>
          <a:p>
            <a:pPr indent="0">
              <a:lnSpc>
                <a:spcPct val="90000"/>
              </a:lnSpc>
              <a:spcBef>
                <a:spcPts val="1315"/>
              </a:spcBef>
              <a:buNone/>
            </a:pPr>
            <a:endParaRPr lang="en-US" sz="26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BA6A5C3F-6E92-4F68-884B-FFF667D16E2E}" type="slidenum">
              <a:t>‹#›</a:t>
            </a:fld>
            <a:endParaRPr/>
          </a:p>
        </p:txBody>
      </p:sp>
      <p:sp>
        <p:nvSpPr>
          <p:cNvPr id="7" name="PlaceHolder 6"/>
          <p:cNvSpPr>
            <a:spLocks noGrp="1"/>
          </p:cNvSpPr>
          <p:nvPr>
            <p:ph type="dt" idx="16"/>
          </p:nvPr>
        </p:nvSpPr>
        <p:spPr/>
        <p:txBody>
          <a:bodyPr/>
          <a:lstStyle/>
          <a:p>
            <a:endParaRPr/>
          </a:p>
        </p:txBody>
      </p:sp>
    </p:spTree>
    <p:extLst>
      <p:ext uri="{BB962C8B-B14F-4D97-AF65-F5344CB8AC3E}">
        <p14:creationId xmlns:p14="http://schemas.microsoft.com/office/powerpoint/2010/main" val="1613402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DB6C431-77AD-5850-A183-D6C372F0D96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AE7C64C-7559-EC6F-6883-CE37BA4E0C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59B2BE6-EAB1-EAAB-D924-86553885C6F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188D9A-C8B4-4799-B6EA-1AD9D3D232BF}" type="datetimeFigureOut">
              <a:rPr lang="en-IN" smtClean="0"/>
              <a:t>08-10-2025</a:t>
            </a:fld>
            <a:endParaRPr lang="en-IN"/>
          </a:p>
        </p:txBody>
      </p:sp>
      <p:sp>
        <p:nvSpPr>
          <p:cNvPr id="5" name="Footer Placeholder 4">
            <a:extLst>
              <a:ext uri="{FF2B5EF4-FFF2-40B4-BE49-F238E27FC236}">
                <a16:creationId xmlns:a16="http://schemas.microsoft.com/office/drawing/2014/main" id="{BA88CB68-E237-834D-2DFD-70D63356A6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593B8CF-0F13-217F-D0E3-80E3ED84F3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C7AA-EC67-4A6A-894B-58C804878EC5}" type="slidenum">
              <a:rPr lang="en-IN" smtClean="0"/>
              <a:t>‹#›</a:t>
            </a:fld>
            <a:endParaRPr lang="en-IN"/>
          </a:p>
        </p:txBody>
      </p:sp>
    </p:spTree>
    <p:extLst>
      <p:ext uri="{BB962C8B-B14F-4D97-AF65-F5344CB8AC3E}">
        <p14:creationId xmlns:p14="http://schemas.microsoft.com/office/powerpoint/2010/main" val="10645400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13.xml"/><Relationship Id="rId6" Type="http://schemas.openxmlformats.org/officeDocument/2006/relationships/image" Target="../media/image1.jpg"/><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hyperlink" Target="https://ieeexplore.ieee.org/document/9057329" TargetMode="External"/><Relationship Id="rId2" Type="http://schemas.openxmlformats.org/officeDocument/2006/relationships/hyperlink" Target="https://www.sciencedirect.com/science/article/abs/pii/S0925231218313365" TargetMode="External"/><Relationship Id="rId1" Type="http://schemas.openxmlformats.org/officeDocument/2006/relationships/slideLayout" Target="../slideLayouts/slideLayout12.xml"/><Relationship Id="rId6" Type="http://schemas.openxmlformats.org/officeDocument/2006/relationships/image" Target="../media/image6.png"/><Relationship Id="rId5" Type="http://schemas.openxmlformats.org/officeDocument/2006/relationships/hyperlink" Target="https://www.sciencedirect.com/science/article/abs/pii/S0952197617302579" TargetMode="External"/><Relationship Id="rId4" Type="http://schemas.openxmlformats.org/officeDocument/2006/relationships/hyperlink" Target="https://www.ijraset.com/research-paper/weapon-detection-using-yolov4-cnn" TargetMode="Externa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1656587" y="481982"/>
            <a:ext cx="9559080" cy="1325160"/>
          </a:xfrm>
          <a:prstGeom prst="rect">
            <a:avLst/>
          </a:prstGeom>
          <a:noFill/>
          <a:ln w="0">
            <a:noFill/>
          </a:ln>
        </p:spPr>
        <p:txBody>
          <a:bodyPr lIns="91440" tIns="45720" rIns="91440" bIns="45720" anchor="ctr">
            <a:normAutofit fontScale="90000"/>
          </a:bodyPr>
          <a:lstStyle/>
          <a:p>
            <a:pPr algn="ctr">
              <a:lnSpc>
                <a:spcPct val="107000"/>
              </a:lnSpc>
              <a:spcAft>
                <a:spcPts val="799"/>
              </a:spcAft>
            </a:pPr>
            <a:r>
              <a:rPr lang="en-US" sz="4000" b="1" dirty="0">
                <a:latin typeface="Arial" panose="020B0604020202020204" pitchFamily="34" charset="0"/>
                <a:cs typeface="Arial" panose="020B0604020202020204" pitchFamily="34" charset="0"/>
              </a:rPr>
              <a:t>Automatic Gun Detection and Recognition using Deep Learning</a:t>
            </a:r>
            <a:br>
              <a:rPr lang="en-US" sz="3200" b="1" dirty="0">
                <a:latin typeface="Arial" panose="020B0604020202020204" pitchFamily="34" charset="0"/>
                <a:cs typeface="Arial" panose="020B0604020202020204" pitchFamily="34" charset="0"/>
              </a:rPr>
            </a:br>
            <a:endParaRPr lang="en-US" sz="2400" b="1" strike="noStrike" spc="-1" dirty="0">
              <a:solidFill>
                <a:schemeClr val="dk1"/>
              </a:solidFill>
              <a:latin typeface="Arial" panose="020B0604020202020204" pitchFamily="34" charset="0"/>
              <a:cs typeface="Arial" panose="020B0604020202020204" pitchFamily="34" charset="0"/>
            </a:endParaRPr>
          </a:p>
        </p:txBody>
      </p:sp>
      <p:sp>
        <p:nvSpPr>
          <p:cNvPr id="66" name="PlaceHolder 2"/>
          <p:cNvSpPr>
            <a:spLocks noGrp="1"/>
          </p:cNvSpPr>
          <p:nvPr>
            <p:ph/>
          </p:nvPr>
        </p:nvSpPr>
        <p:spPr>
          <a:xfrm>
            <a:off x="838080" y="1825560"/>
            <a:ext cx="10515240" cy="4350960"/>
          </a:xfrm>
          <a:prstGeom prst="rect">
            <a:avLst/>
          </a:prstGeom>
          <a:noFill/>
          <a:ln w="0">
            <a:noFill/>
          </a:ln>
        </p:spPr>
        <p:txBody>
          <a:bodyPr lIns="91440" tIns="45720" rIns="91440" bIns="45720" anchor="t">
            <a:normAutofit fontScale="94264"/>
          </a:bodyPr>
          <a:lstStyle/>
          <a:p>
            <a:pPr indent="0" algn="ctr" defTabSz="914400">
              <a:lnSpc>
                <a:spcPct val="90000"/>
              </a:lnSpc>
              <a:spcBef>
                <a:spcPts val="1001"/>
              </a:spcBef>
              <a:buNone/>
              <a:tabLst>
                <a:tab pos="0" algn="l"/>
              </a:tabLst>
            </a:pPr>
            <a:endParaRPr lang="en-US" sz="2800" b="0" strike="noStrike" spc="-1" dirty="0">
              <a:solidFill>
                <a:schemeClr val="dk1"/>
              </a:solidFill>
              <a:latin typeface="Calibri"/>
            </a:endParaRPr>
          </a:p>
          <a:p>
            <a:pPr indent="0" algn="ctr" defTabSz="914400">
              <a:lnSpc>
                <a:spcPct val="90000"/>
              </a:lnSpc>
              <a:spcBef>
                <a:spcPts val="1001"/>
              </a:spcBef>
              <a:buNone/>
              <a:tabLst>
                <a:tab pos="0" algn="l"/>
              </a:tabLst>
            </a:pPr>
            <a:r>
              <a:rPr lang="en-US" sz="2800" b="1" strike="noStrike" spc="-1" dirty="0">
                <a:solidFill>
                  <a:schemeClr val="dk1"/>
                </a:solidFill>
                <a:latin typeface="Times New Roman"/>
              </a:rPr>
              <a:t>Presented by</a:t>
            </a:r>
            <a:endParaRPr lang="en-US" sz="2800" b="0" strike="noStrike" spc="-1" dirty="0">
              <a:solidFill>
                <a:schemeClr val="dk1"/>
              </a:solidFill>
              <a:latin typeface="Calibri"/>
            </a:endParaRPr>
          </a:p>
          <a:p>
            <a:pPr indent="0" algn="ctr" defTabSz="914400">
              <a:lnSpc>
                <a:spcPct val="107000"/>
              </a:lnSpc>
              <a:spcBef>
                <a:spcPts val="1001"/>
              </a:spcBef>
              <a:spcAft>
                <a:spcPts val="799"/>
              </a:spcAft>
              <a:buNone/>
              <a:tabLst>
                <a:tab pos="0" algn="l"/>
              </a:tabLst>
            </a:pPr>
            <a:r>
              <a:rPr lang="en-IN" sz="2400" b="0" strike="noStrike" spc="-1" dirty="0">
                <a:solidFill>
                  <a:schemeClr val="dk1"/>
                </a:solidFill>
                <a:latin typeface="Times New Roman"/>
                <a:ea typeface="Times New Roman"/>
              </a:rPr>
              <a:t>             245622733002: ADDAGULLA ISHIKA</a:t>
            </a:r>
            <a:endParaRPr lang="en-US" sz="2400" b="0" strike="noStrike" spc="-1" dirty="0">
              <a:solidFill>
                <a:schemeClr val="dk1"/>
              </a:solidFill>
              <a:latin typeface="Calibri"/>
            </a:endParaRPr>
          </a:p>
          <a:p>
            <a:pPr indent="0" algn="ctr" defTabSz="914400">
              <a:lnSpc>
                <a:spcPct val="107000"/>
              </a:lnSpc>
              <a:spcBef>
                <a:spcPts val="1001"/>
              </a:spcBef>
              <a:spcAft>
                <a:spcPts val="799"/>
              </a:spcAft>
              <a:buNone/>
              <a:tabLst>
                <a:tab pos="0" algn="l"/>
              </a:tabLst>
            </a:pPr>
            <a:r>
              <a:rPr lang="en-IN" sz="2400" b="0" strike="noStrike" spc="-1" dirty="0">
                <a:solidFill>
                  <a:schemeClr val="dk1"/>
                </a:solidFill>
                <a:latin typeface="Times New Roman"/>
                <a:ea typeface="Times New Roman"/>
              </a:rPr>
              <a:t>                    245622733303: CHOLLETI SRI VARSHINI  </a:t>
            </a:r>
            <a:endParaRPr lang="en-US" sz="2400" b="0" strike="noStrike" spc="-1" dirty="0">
              <a:solidFill>
                <a:schemeClr val="dk1"/>
              </a:solidFill>
              <a:latin typeface="Calibri"/>
            </a:endParaRPr>
          </a:p>
          <a:p>
            <a:pPr indent="0" algn="ctr" defTabSz="914400">
              <a:lnSpc>
                <a:spcPct val="107000"/>
              </a:lnSpc>
              <a:spcBef>
                <a:spcPts val="1001"/>
              </a:spcBef>
              <a:spcAft>
                <a:spcPts val="799"/>
              </a:spcAft>
              <a:buNone/>
              <a:tabLst>
                <a:tab pos="0" algn="l"/>
              </a:tabLst>
            </a:pPr>
            <a:r>
              <a:rPr lang="en-IN" sz="2400" b="0" strike="noStrike" spc="-1" dirty="0">
                <a:solidFill>
                  <a:schemeClr val="dk1"/>
                </a:solidFill>
                <a:latin typeface="Times New Roman"/>
                <a:ea typeface="Times New Roman"/>
              </a:rPr>
              <a:t>245622733304: GOPU SREEJA</a:t>
            </a:r>
            <a:endParaRPr lang="en-US" sz="2400" b="0" strike="noStrike" spc="-1" dirty="0">
              <a:solidFill>
                <a:schemeClr val="dk1"/>
              </a:solidFill>
              <a:latin typeface="Calibri"/>
            </a:endParaRPr>
          </a:p>
          <a:p>
            <a:pPr indent="0" algn="ctr" defTabSz="914400">
              <a:lnSpc>
                <a:spcPct val="107000"/>
              </a:lnSpc>
              <a:spcBef>
                <a:spcPts val="1001"/>
              </a:spcBef>
              <a:spcAft>
                <a:spcPts val="799"/>
              </a:spcAft>
              <a:buNone/>
              <a:tabLst>
                <a:tab pos="0" algn="l"/>
              </a:tabLst>
            </a:pPr>
            <a:r>
              <a:rPr lang="en-US" sz="2400" b="1" strike="noStrike" spc="-1" dirty="0">
                <a:solidFill>
                  <a:schemeClr val="dk1"/>
                </a:solidFill>
                <a:latin typeface="Times New Roman"/>
                <a:ea typeface="Times New Roman"/>
              </a:rPr>
              <a:t>Students of CSE -A </a:t>
            </a:r>
            <a:endParaRPr lang="en-US" sz="2400" b="0" strike="noStrike" spc="-1" dirty="0">
              <a:solidFill>
                <a:schemeClr val="dk1"/>
              </a:solidFill>
              <a:latin typeface="Calibri"/>
            </a:endParaRPr>
          </a:p>
          <a:p>
            <a:pPr indent="0" algn="ctr" defTabSz="914400">
              <a:lnSpc>
                <a:spcPct val="90000"/>
              </a:lnSpc>
              <a:spcBef>
                <a:spcPts val="1001"/>
              </a:spcBef>
              <a:buNone/>
              <a:tabLst>
                <a:tab pos="0" algn="l"/>
              </a:tabLst>
            </a:pPr>
            <a:endParaRPr lang="en-US" sz="2800" b="0" strike="noStrike" spc="-1" dirty="0">
              <a:solidFill>
                <a:schemeClr val="dk1"/>
              </a:solidFill>
              <a:latin typeface="Calibri"/>
            </a:endParaRPr>
          </a:p>
          <a:p>
            <a:pPr indent="0" defTabSz="914400">
              <a:lnSpc>
                <a:spcPct val="90000"/>
              </a:lnSpc>
              <a:spcBef>
                <a:spcPts val="1001"/>
              </a:spcBef>
              <a:buNone/>
              <a:tabLst>
                <a:tab pos="0" algn="l"/>
              </a:tabLst>
            </a:pPr>
            <a:r>
              <a:rPr lang="en-US" sz="2800" b="1" strike="noStrike" spc="-1" dirty="0">
                <a:solidFill>
                  <a:schemeClr val="dk1"/>
                </a:solidFill>
                <a:latin typeface="Times New Roman"/>
                <a:ea typeface="Times New Roman"/>
              </a:rPr>
              <a:t>          Name of the Guide: </a:t>
            </a:r>
            <a:r>
              <a:rPr lang="en-IN" sz="2800" b="0" strike="noStrike" spc="-1" dirty="0">
                <a:solidFill>
                  <a:schemeClr val="dk1"/>
                </a:solidFill>
                <a:latin typeface="Times New Roman"/>
                <a:ea typeface="Times New Roman"/>
              </a:rPr>
              <a:t>Dr V. HARIKA</a:t>
            </a:r>
            <a:endParaRPr lang="en-US" sz="2800" b="0" strike="noStrike" spc="-1" dirty="0">
              <a:solidFill>
                <a:schemeClr val="dk1"/>
              </a:solidFill>
              <a:latin typeface="Calibri"/>
            </a:endParaRPr>
          </a:p>
          <a:p>
            <a:pPr indent="0" algn="ctr" defTabSz="914400">
              <a:lnSpc>
                <a:spcPct val="90000"/>
              </a:lnSpc>
              <a:spcBef>
                <a:spcPts val="1001"/>
              </a:spcBef>
              <a:buNone/>
              <a:tabLst>
                <a:tab pos="0" algn="l"/>
              </a:tabLst>
            </a:pPr>
            <a:endParaRPr lang="en-US" sz="2800" b="0" strike="noStrike" spc="-1" dirty="0">
              <a:solidFill>
                <a:schemeClr val="dk1"/>
              </a:solidFill>
              <a:latin typeface="Calibri"/>
            </a:endParaRPr>
          </a:p>
        </p:txBody>
      </p:sp>
      <p:pic>
        <p:nvPicPr>
          <p:cNvPr id="3" name="Picture 2">
            <a:extLst>
              <a:ext uri="{FF2B5EF4-FFF2-40B4-BE49-F238E27FC236}">
                <a16:creationId xmlns:a16="http://schemas.microsoft.com/office/drawing/2014/main" id="{A7910B41-56FE-4558-64BA-211913C9F4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514" y="365040"/>
            <a:ext cx="1258915" cy="99935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9C436-4157-71D7-F7C6-D0BC38F5A2CB}"/>
            </a:ext>
          </a:extLst>
        </p:cNvPr>
        <p:cNvGrpSpPr/>
        <p:nvPr/>
      </p:nvGrpSpPr>
      <p:grpSpPr>
        <a:xfrm>
          <a:off x="0" y="0"/>
          <a:ext cx="0" cy="0"/>
          <a:chOff x="0" y="0"/>
          <a:chExt cx="0" cy="0"/>
        </a:xfrm>
      </p:grpSpPr>
      <p:sp>
        <p:nvSpPr>
          <p:cNvPr id="65" name="PlaceHolder 1">
            <a:extLst>
              <a:ext uri="{FF2B5EF4-FFF2-40B4-BE49-F238E27FC236}">
                <a16:creationId xmlns:a16="http://schemas.microsoft.com/office/drawing/2014/main" id="{290D915B-0F54-5DF9-8BD7-18269D39CF5B}"/>
              </a:ext>
            </a:extLst>
          </p:cNvPr>
          <p:cNvSpPr>
            <a:spLocks noGrp="1"/>
          </p:cNvSpPr>
          <p:nvPr>
            <p:ph type="title"/>
          </p:nvPr>
        </p:nvSpPr>
        <p:spPr>
          <a:xfrm>
            <a:off x="1794240" y="365040"/>
            <a:ext cx="8312286" cy="1325160"/>
          </a:xfrm>
          <a:prstGeom prst="rect">
            <a:avLst/>
          </a:prstGeom>
          <a:noFill/>
          <a:ln w="0">
            <a:noFill/>
          </a:ln>
        </p:spPr>
        <p:txBody>
          <a:bodyPr lIns="91440" tIns="45720" rIns="91440" bIns="45720" anchor="ctr">
            <a:normAutofit/>
          </a:bodyPr>
          <a:lstStyle/>
          <a:p>
            <a:pPr algn="ctr">
              <a:lnSpc>
                <a:spcPct val="107000"/>
              </a:lnSpc>
              <a:spcAft>
                <a:spcPts val="799"/>
              </a:spcAft>
            </a:pPr>
            <a:r>
              <a:rPr lang="en-US" b="1" strike="noStrike" spc="-1" dirty="0">
                <a:solidFill>
                  <a:schemeClr val="dk1"/>
                </a:solidFill>
                <a:latin typeface="Times New Roman"/>
              </a:rPr>
              <a:t>Abstract</a:t>
            </a:r>
            <a:endParaRPr lang="en-US" sz="3600" b="1" strike="noStrike" spc="-1" dirty="0">
              <a:solidFill>
                <a:schemeClr val="dk1"/>
              </a:solidFill>
              <a:latin typeface="Arial" panose="020B0604020202020204" pitchFamily="34" charset="0"/>
              <a:cs typeface="Arial" panose="020B0604020202020204" pitchFamily="34" charset="0"/>
            </a:endParaRPr>
          </a:p>
        </p:txBody>
      </p:sp>
      <p:sp>
        <p:nvSpPr>
          <p:cNvPr id="66" name="PlaceHolder 2">
            <a:extLst>
              <a:ext uri="{FF2B5EF4-FFF2-40B4-BE49-F238E27FC236}">
                <a16:creationId xmlns:a16="http://schemas.microsoft.com/office/drawing/2014/main" id="{8886D3C1-9E11-A9CC-34A2-C63C97E552EE}"/>
              </a:ext>
            </a:extLst>
          </p:cNvPr>
          <p:cNvSpPr>
            <a:spLocks noGrp="1"/>
          </p:cNvSpPr>
          <p:nvPr>
            <p:ph/>
          </p:nvPr>
        </p:nvSpPr>
        <p:spPr>
          <a:xfrm>
            <a:off x="838080" y="1825560"/>
            <a:ext cx="10515240" cy="4350960"/>
          </a:xfrm>
          <a:prstGeom prst="rect">
            <a:avLst/>
          </a:prstGeom>
          <a:noFill/>
          <a:ln w="0">
            <a:noFill/>
          </a:ln>
        </p:spPr>
        <p:txBody>
          <a:bodyPr lIns="91440" tIns="45720" rIns="91440" bIns="45720" anchor="t">
            <a:normAutofit fontScale="86764" lnSpcReduction="20000"/>
          </a:bodyPr>
          <a:lstStyle/>
          <a:p>
            <a:pPr indent="0" algn="ctr" defTabSz="914400">
              <a:lnSpc>
                <a:spcPct val="90000"/>
              </a:lnSpc>
              <a:spcBef>
                <a:spcPts val="1001"/>
              </a:spcBef>
              <a:buNone/>
              <a:tabLst>
                <a:tab pos="0" algn="l"/>
              </a:tabLst>
            </a:pPr>
            <a:endParaRPr lang="en-US" sz="2800" b="0" strike="noStrike" spc="-1" dirty="0">
              <a:solidFill>
                <a:schemeClr val="dk1"/>
              </a:solidFill>
              <a:latin typeface="Calibri"/>
            </a:endParaRPr>
          </a:p>
          <a:p>
            <a:pPr algn="just">
              <a:lnSpc>
                <a:spcPct val="115000"/>
              </a:lnSpc>
              <a:spcAft>
                <a:spcPts val="1000"/>
              </a:spcAft>
            </a:pPr>
            <a:r>
              <a:rPr lang="en-US" sz="2800" dirty="0">
                <a:latin typeface="Times New Roman" panose="02020603050405020304" pitchFamily="18" charset="0"/>
                <a:cs typeface="Times New Roman" panose="02020603050405020304" pitchFamily="18" charset="0"/>
              </a:rPr>
              <a:t>Real-time object detection to improve surveillance methods is one of the sought-after applications of Convolutional Neural Networks (CNNs). This research work has approached the detection of handguns in areas monitored by cameras . Gun violence and mass shootings are also on the rise in certain parts of the world. Such incidents are time sensitive and can cause a huge loss to life and property. Hence, the proposed work has built a deep learning model based on the YOLOv3 algorithm that processes a video frame-by-frame to detect such anomalies in real-time and generate an alert for the concerned authorities.</a:t>
            </a:r>
            <a:endParaRPr lang="en-IN" sz="2800" dirty="0">
              <a:effectLst/>
              <a:latin typeface="Times New Roman" panose="02020603050405020304" pitchFamily="18" charset="0"/>
              <a:ea typeface="SimSun" panose="02010600030101010101" pitchFamily="2" charset="-122"/>
              <a:cs typeface="Times New Roman" panose="02020603050405020304" pitchFamily="18" charset="0"/>
            </a:endParaRPr>
          </a:p>
          <a:p>
            <a:pPr>
              <a:lnSpc>
                <a:spcPct val="150000"/>
              </a:lnSpc>
              <a:spcBef>
                <a:spcPts val="1001"/>
              </a:spcBef>
              <a:tabLst>
                <a:tab pos="0" algn="l"/>
              </a:tabLst>
            </a:pPr>
            <a:r>
              <a:rPr lang="en-IN" sz="2400" b="1" strike="noStrike" spc="-1" dirty="0">
                <a:solidFill>
                  <a:schemeClr val="dk1"/>
                </a:solidFill>
                <a:latin typeface="Times New Roman"/>
                <a:ea typeface="Times New Roman"/>
              </a:rPr>
              <a:t>Key Words: Convolutional Neural Networks(CNN),Surveillance methods,YOLOv3 Algorithm</a:t>
            </a:r>
            <a:endParaRPr lang="en-US" sz="2400" b="1" strike="noStrike" spc="-150" dirty="0">
              <a:solidFill>
                <a:schemeClr val="dk1"/>
              </a:solidFill>
              <a:latin typeface="Calibri"/>
            </a:endParaRPr>
          </a:p>
          <a:p>
            <a:pPr indent="0" algn="ctr" defTabSz="914400">
              <a:lnSpc>
                <a:spcPct val="90000"/>
              </a:lnSpc>
              <a:spcBef>
                <a:spcPts val="1001"/>
              </a:spcBef>
              <a:buNone/>
              <a:tabLst>
                <a:tab pos="0" algn="l"/>
              </a:tabLst>
            </a:pPr>
            <a:endParaRPr lang="en-US" sz="2800" b="0" strike="noStrike" spc="-1" dirty="0">
              <a:solidFill>
                <a:schemeClr val="dk1"/>
              </a:solidFill>
              <a:latin typeface="Calibri"/>
            </a:endParaRPr>
          </a:p>
        </p:txBody>
      </p:sp>
      <p:pic>
        <p:nvPicPr>
          <p:cNvPr id="3" name="Picture 2">
            <a:extLst>
              <a:ext uri="{FF2B5EF4-FFF2-40B4-BE49-F238E27FC236}">
                <a16:creationId xmlns:a16="http://schemas.microsoft.com/office/drawing/2014/main" id="{AF7A93F4-F342-50E4-E333-3E9CB1A571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514" y="365040"/>
            <a:ext cx="1258915" cy="999352"/>
          </a:xfrm>
          <a:prstGeom prst="rect">
            <a:avLst/>
          </a:prstGeom>
        </p:spPr>
      </p:pic>
    </p:spTree>
    <p:extLst>
      <p:ext uri="{BB962C8B-B14F-4D97-AF65-F5344CB8AC3E}">
        <p14:creationId xmlns:p14="http://schemas.microsoft.com/office/powerpoint/2010/main" val="343794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91FDC-99F6-9BDB-E116-5350CCB7BCAA}"/>
              </a:ext>
            </a:extLst>
          </p:cNvPr>
          <p:cNvSpPr>
            <a:spLocks noGrp="1"/>
          </p:cNvSpPr>
          <p:nvPr>
            <p:ph type="title"/>
          </p:nvPr>
        </p:nvSpPr>
        <p:spPr>
          <a:xfrm>
            <a:off x="1678074" y="325711"/>
            <a:ext cx="9679205" cy="1152218"/>
          </a:xfrm>
        </p:spPr>
        <p:txBody>
          <a:bodyPr/>
          <a:lstStyle/>
          <a:p>
            <a:r>
              <a:rPr lang="en-US" sz="4400" b="1" strike="noStrike" spc="-1" dirty="0">
                <a:solidFill>
                  <a:schemeClr val="dk1"/>
                </a:solidFill>
                <a:latin typeface="Times New Roman"/>
              </a:rPr>
              <a:t>  </a:t>
            </a:r>
            <a:r>
              <a:rPr lang="en-US" sz="4000" b="1" strike="noStrike" spc="-1" dirty="0">
                <a:solidFill>
                  <a:schemeClr val="dk1"/>
                </a:solidFill>
                <a:latin typeface="Times New Roman"/>
              </a:rPr>
              <a:t>Requirements for the Proposed Project</a:t>
            </a:r>
            <a:endParaRPr lang="en-IN" dirty="0"/>
          </a:p>
        </p:txBody>
      </p:sp>
      <p:sp>
        <p:nvSpPr>
          <p:cNvPr id="3" name="Content Placeholder 2">
            <a:extLst>
              <a:ext uri="{FF2B5EF4-FFF2-40B4-BE49-F238E27FC236}">
                <a16:creationId xmlns:a16="http://schemas.microsoft.com/office/drawing/2014/main" id="{CC42BA93-0B64-AC57-383C-28CB64692D41}"/>
              </a:ext>
            </a:extLst>
          </p:cNvPr>
          <p:cNvSpPr>
            <a:spLocks noGrp="1"/>
          </p:cNvSpPr>
          <p:nvPr>
            <p:ph/>
          </p:nvPr>
        </p:nvSpPr>
        <p:spPr>
          <a:xfrm>
            <a:off x="304800" y="1455972"/>
            <a:ext cx="5018511" cy="5054361"/>
          </a:xfrm>
        </p:spPr>
        <p:txBody>
          <a:bodyPr/>
          <a:lstStyle/>
          <a:p>
            <a:pPr marL="0" indent="0">
              <a:buNone/>
            </a:pPr>
            <a:r>
              <a:rPr lang="en-US" sz="3000" b="1" strike="noStrike" spc="-1" dirty="0">
                <a:solidFill>
                  <a:srgbClr val="000000"/>
                </a:solidFill>
                <a:latin typeface="Times New Roman"/>
              </a:rPr>
              <a:t>Software Requirements:</a:t>
            </a: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Operating system: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Windows 7 and abo</a:t>
            </a:r>
            <a:r>
              <a:rPr lang="en-US" sz="2800" spc="-1" dirty="0">
                <a:solidFill>
                  <a:srgbClr val="000000"/>
                </a:solidFill>
                <a:latin typeface="Times New Roman"/>
                <a:ea typeface="Times New Roman" panose="02020603050405020304" pitchFamily="18" charset="0"/>
                <a:cs typeface="Times New Roman" panose="02020603050405020304" pitchFamily="18" charset="0"/>
              </a:rPr>
              <a:t>ve.</a:t>
            </a:r>
            <a:endParaRPr lang="en-US" b="1" spc="-1" dirty="0">
              <a:solidFill>
                <a:srgbClr val="000000"/>
              </a:solidFill>
              <a:latin typeface="Times New Roman"/>
              <a:ea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Programming Language: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Python.</a:t>
            </a:r>
            <a:endParaRPr lang="en-US" sz="2800" spc="-1" dirty="0">
              <a:solidFill>
                <a:srgbClr val="000000"/>
              </a:solidFill>
              <a:latin typeface="Times New Roman"/>
              <a:ea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Front-End :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HTML, CSS, JavaScript, </a:t>
            </a:r>
            <a:r>
              <a:rPr lang="en-US" sz="2800" spc="-1" dirty="0">
                <a:solidFill>
                  <a:srgbClr val="000000"/>
                </a:solidFill>
                <a:latin typeface="Times New Roman"/>
                <a:ea typeface="Times New Roman" panose="02020603050405020304" pitchFamily="18" charset="0"/>
                <a:cs typeface="Times New Roman" panose="02020603050405020304" pitchFamily="18" charset="0"/>
              </a:rPr>
              <a:t>Python</a:t>
            </a:r>
            <a:r>
              <a:rPr lang="en-US" spc="-1" dirty="0">
                <a:solidFill>
                  <a:srgbClr val="000000"/>
                </a:solidFill>
                <a:latin typeface="Times New Roman"/>
                <a:ea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Back-End: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Django.</a:t>
            </a: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Data Base: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MySQL</a:t>
            </a:r>
            <a:r>
              <a:rPr lang="en-US" sz="44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IN" sz="4400" dirty="0"/>
          </a:p>
          <a:p>
            <a:pPr marL="457200" indent="-457200">
              <a:buFont typeface="Arial" panose="020B0604020202020204" pitchFamily="34" charset="0"/>
              <a:buChar char="•"/>
            </a:pPr>
            <a:endParaRPr lang="en-IN" dirty="0"/>
          </a:p>
        </p:txBody>
      </p:sp>
      <p:sp>
        <p:nvSpPr>
          <p:cNvPr id="4" name="Content Placeholder 3">
            <a:extLst>
              <a:ext uri="{FF2B5EF4-FFF2-40B4-BE49-F238E27FC236}">
                <a16:creationId xmlns:a16="http://schemas.microsoft.com/office/drawing/2014/main" id="{FD6C66B1-DDBB-A54C-0DBB-FCCEF7608736}"/>
              </a:ext>
            </a:extLst>
          </p:cNvPr>
          <p:cNvSpPr>
            <a:spLocks noGrp="1"/>
          </p:cNvSpPr>
          <p:nvPr>
            <p:ph/>
          </p:nvPr>
        </p:nvSpPr>
        <p:spPr>
          <a:xfrm>
            <a:off x="6846949" y="1260571"/>
            <a:ext cx="5131156" cy="5634466"/>
          </a:xfrm>
        </p:spPr>
        <p:txBody>
          <a:bodyPr/>
          <a:lstStyle/>
          <a:p>
            <a:pPr marL="0" indent="0">
              <a:buNone/>
            </a:pPr>
            <a:r>
              <a:rPr lang="en-US" sz="3000" b="1" strike="noStrike" spc="-1" dirty="0">
                <a:solidFill>
                  <a:srgbClr val="000000"/>
                </a:solidFill>
                <a:latin typeface="Times New Roman"/>
                <a:ea typeface="Times New Roman"/>
              </a:rPr>
              <a:t>Hardware Requirements:</a:t>
            </a:r>
            <a:endParaRPr lang="en-US" sz="3000" b="0" strike="noStrike" spc="-1" dirty="0">
              <a:solidFill>
                <a:schemeClr val="dk1"/>
              </a:solidFill>
              <a:latin typeface="Calibri"/>
            </a:endParaRP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Processor: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Intel i3 and above.</a:t>
            </a: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RAM: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8GB and above</a:t>
            </a: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t>
            </a: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Hard Disk: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512 GB and above.</a:t>
            </a: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Key Board: </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Standard Windows Keyboard.</a:t>
            </a:r>
          </a:p>
          <a:p>
            <a:pPr marL="457200" indent="-457200">
              <a:buFont typeface="Arial" panose="020B0604020202020204" pitchFamily="34" charset="0"/>
              <a:buChar char="•"/>
            </a:pPr>
            <a:r>
              <a:rPr lang="en-US" sz="28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Monitor:</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14 </a:t>
            </a:r>
            <a:r>
              <a:rPr lang="en-US" sz="2800" dirty="0" err="1">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colour</a:t>
            </a:r>
            <a:r>
              <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 Monitor</a:t>
            </a:r>
            <a:r>
              <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a:t>
            </a:r>
          </a:p>
          <a:p>
            <a:endParaRPr lang="en-US"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800"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endParaRPr>
          </a:p>
          <a:p>
            <a:endParaRPr lang="en-IN" dirty="0"/>
          </a:p>
        </p:txBody>
      </p:sp>
      <p:pic>
        <p:nvPicPr>
          <p:cNvPr id="7" name="Picture 6" descr="What is Python Coding? | Juni Learning">
            <a:extLst>
              <a:ext uri="{FF2B5EF4-FFF2-40B4-BE49-F238E27FC236}">
                <a16:creationId xmlns:a16="http://schemas.microsoft.com/office/drawing/2014/main" id="{4B6BE551-2D04-E222-17EE-4006E64D63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42655" y="3937539"/>
            <a:ext cx="1294376" cy="115221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Visual Studio Code - YouTube">
            <a:extLst>
              <a:ext uri="{FF2B5EF4-FFF2-40B4-BE49-F238E27FC236}">
                <a16:creationId xmlns:a16="http://schemas.microsoft.com/office/drawing/2014/main" id="{A1EB9073-0134-3D8A-EC2F-A7E924D11AC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32738" y="4964590"/>
            <a:ext cx="808456" cy="85109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2" descr="Html Vector Art, Icons, and Graphics for Free Download">
            <a:extLst>
              <a:ext uri="{FF2B5EF4-FFF2-40B4-BE49-F238E27FC236}">
                <a16:creationId xmlns:a16="http://schemas.microsoft.com/office/drawing/2014/main" id="{07CDCEA5-ED3C-7E9B-DAD0-1E665E4F55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88977" y="4964590"/>
            <a:ext cx="1131425" cy="96342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6" descr="Windows — Story">
            <a:extLst>
              <a:ext uri="{FF2B5EF4-FFF2-40B4-BE49-F238E27FC236}">
                <a16:creationId xmlns:a16="http://schemas.microsoft.com/office/drawing/2014/main" id="{0470FC00-9251-3030-3EC4-F67F8A19CA1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657645" y="5815685"/>
            <a:ext cx="1760964" cy="88268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7529D29-07A6-3269-3E88-6304190ED66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3896" y="325711"/>
            <a:ext cx="1258915" cy="999352"/>
          </a:xfrm>
          <a:prstGeom prst="rect">
            <a:avLst/>
          </a:prstGeom>
        </p:spPr>
      </p:pic>
    </p:spTree>
    <p:extLst>
      <p:ext uri="{BB962C8B-B14F-4D97-AF65-F5344CB8AC3E}">
        <p14:creationId xmlns:p14="http://schemas.microsoft.com/office/powerpoint/2010/main" val="3676552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838080" y="365040"/>
            <a:ext cx="10515240" cy="731880"/>
          </a:xfrm>
          <a:prstGeom prst="rect">
            <a:avLst/>
          </a:prstGeom>
          <a:noFill/>
          <a:ln w="0">
            <a:noFill/>
          </a:ln>
        </p:spPr>
        <p:txBody>
          <a:bodyPr lIns="91440" tIns="45720" rIns="91440" bIns="45720" anchor="ctr">
            <a:noAutofit/>
          </a:bodyPr>
          <a:lstStyle/>
          <a:p>
            <a:pPr indent="0" algn="ctr" defTabSz="914400">
              <a:lnSpc>
                <a:spcPct val="90000"/>
              </a:lnSpc>
              <a:buNone/>
            </a:pPr>
            <a:r>
              <a:rPr lang="en-IN" sz="4400" b="0" strike="noStrike" spc="-1" dirty="0">
                <a:solidFill>
                  <a:schemeClr val="dk1"/>
                </a:solidFill>
                <a:latin typeface="Times New Roman"/>
              </a:rPr>
              <a:t> </a:t>
            </a:r>
            <a:r>
              <a:rPr lang="en-IN" sz="4400" b="1" strike="noStrike" spc="-1" dirty="0">
                <a:solidFill>
                  <a:schemeClr val="dk1"/>
                </a:solidFill>
                <a:latin typeface="Times New Roman"/>
              </a:rPr>
              <a:t>Proposed Methodology</a:t>
            </a:r>
            <a:endParaRPr lang="en-US" sz="4400" b="0" strike="noStrike" spc="-1" dirty="0">
              <a:solidFill>
                <a:schemeClr val="dk1"/>
              </a:solidFill>
              <a:latin typeface="Calibri"/>
            </a:endParaRPr>
          </a:p>
        </p:txBody>
      </p:sp>
      <p:pic>
        <p:nvPicPr>
          <p:cNvPr id="3" name="Picture 2">
            <a:extLst>
              <a:ext uri="{FF2B5EF4-FFF2-40B4-BE49-F238E27FC236}">
                <a16:creationId xmlns:a16="http://schemas.microsoft.com/office/drawing/2014/main" id="{9326CBC0-A14E-1FC6-ABCA-9635630FA36E}"/>
              </a:ext>
            </a:extLst>
          </p:cNvPr>
          <p:cNvPicPr>
            <a:picLocks noChangeAspect="1"/>
          </p:cNvPicPr>
          <p:nvPr/>
        </p:nvPicPr>
        <p:blipFill>
          <a:blip r:embed="rId2"/>
          <a:stretch>
            <a:fillRect/>
          </a:stretch>
        </p:blipFill>
        <p:spPr>
          <a:xfrm>
            <a:off x="211774" y="241755"/>
            <a:ext cx="1252611" cy="978450"/>
          </a:xfrm>
          <a:prstGeom prst="rect">
            <a:avLst/>
          </a:prstGeom>
        </p:spPr>
      </p:pic>
      <p:pic>
        <p:nvPicPr>
          <p:cNvPr id="6" name="Picture 5">
            <a:extLst>
              <a:ext uri="{FF2B5EF4-FFF2-40B4-BE49-F238E27FC236}">
                <a16:creationId xmlns:a16="http://schemas.microsoft.com/office/drawing/2014/main" id="{5919C9CD-23F6-6FB1-E6CF-8CE20D28DCAA}"/>
              </a:ext>
            </a:extLst>
          </p:cNvPr>
          <p:cNvPicPr>
            <a:picLocks noChangeAspect="1"/>
          </p:cNvPicPr>
          <p:nvPr/>
        </p:nvPicPr>
        <p:blipFill>
          <a:blip r:embed="rId3"/>
          <a:stretch>
            <a:fillRect/>
          </a:stretch>
        </p:blipFill>
        <p:spPr>
          <a:xfrm>
            <a:off x="3841105" y="1096920"/>
            <a:ext cx="4509190" cy="576108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214560"/>
            <a:ext cx="10515240" cy="860760"/>
          </a:xfrm>
          <a:prstGeom prst="rect">
            <a:avLst/>
          </a:prstGeom>
          <a:noFill/>
          <a:ln w="0">
            <a:noFill/>
          </a:ln>
        </p:spPr>
        <p:txBody>
          <a:bodyPr lIns="91440" tIns="45720" rIns="91440" bIns="45720" anchor="ctr">
            <a:normAutofit/>
          </a:bodyPr>
          <a:lstStyle/>
          <a:p>
            <a:pPr indent="0" algn="ctr" defTabSz="914400">
              <a:lnSpc>
                <a:spcPct val="90000"/>
              </a:lnSpc>
              <a:buNone/>
            </a:pPr>
            <a:r>
              <a:rPr lang="en-US" sz="4400" b="1" strike="noStrike" spc="-1" dirty="0">
                <a:solidFill>
                  <a:schemeClr val="dk1"/>
                </a:solidFill>
                <a:latin typeface="Times New Roman"/>
              </a:rPr>
              <a:t>References</a:t>
            </a:r>
            <a:endParaRPr lang="en-US" sz="4400" b="0" strike="noStrike" spc="-1" dirty="0">
              <a:solidFill>
                <a:schemeClr val="dk1"/>
              </a:solidFill>
              <a:latin typeface="Calibri"/>
            </a:endParaRPr>
          </a:p>
        </p:txBody>
      </p:sp>
      <p:sp>
        <p:nvSpPr>
          <p:cNvPr id="79" name="TextBox 78"/>
          <p:cNvSpPr txBox="1"/>
          <p:nvPr/>
        </p:nvSpPr>
        <p:spPr>
          <a:xfrm>
            <a:off x="695520" y="1075320"/>
            <a:ext cx="10738440" cy="5568120"/>
          </a:xfrm>
          <a:prstGeom prst="rect">
            <a:avLst/>
          </a:prstGeom>
          <a:noFill/>
          <a:ln w="0">
            <a:noFill/>
          </a:ln>
        </p:spPr>
        <p:txBody>
          <a:bodyPr lIns="90000" tIns="45000" rIns="90000" bIns="45000" anchor="t">
            <a:noAutofit/>
          </a:bodyPr>
          <a:lstStyle/>
          <a:p>
            <a:pPr marL="342900" indent="-342900">
              <a:buClr>
                <a:srgbClr val="000000"/>
              </a:buClr>
              <a:buSzPct val="45000"/>
              <a:buFont typeface="Wingdings" panose="05000000000000000000" pitchFamily="2" charset="2"/>
              <a:buChar char="q"/>
              <a:tabLst>
                <a:tab pos="408240" algn="l"/>
              </a:tabLst>
            </a:pPr>
            <a:r>
              <a:rPr lang="en-IN" sz="1900" dirty="0">
                <a:latin typeface="Times New Roman" panose="02020603050405020304" pitchFamily="18" charset="0"/>
                <a:cs typeface="Times New Roman" panose="02020603050405020304" pitchFamily="18" charset="0"/>
              </a:rPr>
              <a:t>A. Castillo, </a:t>
            </a:r>
            <a:r>
              <a:rPr lang="en-IN" sz="1900" dirty="0" err="1">
                <a:latin typeface="Times New Roman" panose="02020603050405020304" pitchFamily="18" charset="0"/>
                <a:cs typeface="Times New Roman" panose="02020603050405020304" pitchFamily="18" charset="0"/>
              </a:rPr>
              <a:t>S.Tabik</a:t>
            </a:r>
            <a:r>
              <a:rPr lang="en-IN" sz="1900" dirty="0">
                <a:latin typeface="Times New Roman" panose="02020603050405020304" pitchFamily="18" charset="0"/>
                <a:cs typeface="Times New Roman" panose="02020603050405020304" pitchFamily="18" charset="0"/>
              </a:rPr>
              <a:t>, F. </a:t>
            </a:r>
            <a:r>
              <a:rPr lang="en-IN" sz="1900" dirty="0" err="1">
                <a:latin typeface="Times New Roman" panose="02020603050405020304" pitchFamily="18" charset="0"/>
                <a:cs typeface="Times New Roman" panose="02020603050405020304" pitchFamily="18" charset="0"/>
              </a:rPr>
              <a:t>P´erez</a:t>
            </a:r>
            <a:r>
              <a:rPr lang="en-IN" sz="1900" dirty="0">
                <a:latin typeface="Times New Roman" panose="02020603050405020304" pitchFamily="18" charset="0"/>
                <a:cs typeface="Times New Roman" panose="02020603050405020304" pitchFamily="18" charset="0"/>
              </a:rPr>
              <a:t>, R. Olmos, and F. Herrera, “Brightness guided preprocessing for automatic cold steel weapon detection in surveillance videos with deep learning,” Neurocomputing, vol. 330, pp. 151–161, 2019.</a:t>
            </a:r>
            <a:endParaRPr lang="en-US" sz="1900" dirty="0">
              <a:latin typeface="Times New Roman" panose="02020603050405020304" pitchFamily="18" charset="0"/>
              <a:cs typeface="Times New Roman" panose="02020603050405020304" pitchFamily="18" charset="0"/>
              <a:hlinkClick r:id="rId2"/>
            </a:endParaRPr>
          </a:p>
          <a:p>
            <a:pPr>
              <a:buClr>
                <a:srgbClr val="000000"/>
              </a:buClr>
              <a:buSzPct val="45000"/>
              <a:tabLst>
                <a:tab pos="408240" algn="l"/>
              </a:tabLst>
            </a:pPr>
            <a:r>
              <a:rPr lang="en-US" sz="1900" dirty="0">
                <a:latin typeface="Times New Roman" panose="02020603050405020304" pitchFamily="18" charset="0"/>
                <a:cs typeface="Times New Roman" panose="02020603050405020304" pitchFamily="18" charset="0"/>
                <a:hlinkClick r:id="rId2"/>
              </a:rPr>
              <a:t>Brightness guided preprocessing for automatic cold steel weapon detection in surveillance videos with deep learning – ScienceDirect</a:t>
            </a:r>
            <a:endParaRPr lang="en-US" sz="1900" dirty="0">
              <a:latin typeface="Times New Roman" panose="02020603050405020304" pitchFamily="18" charset="0"/>
              <a:cs typeface="Times New Roman" panose="02020603050405020304" pitchFamily="18" charset="0"/>
            </a:endParaRPr>
          </a:p>
          <a:p>
            <a:pPr>
              <a:buClr>
                <a:srgbClr val="000000"/>
              </a:buClr>
              <a:buSzPct val="45000"/>
              <a:tabLst>
                <a:tab pos="408240" algn="l"/>
              </a:tabLst>
            </a:pPr>
            <a:endParaRPr lang="en-US" sz="1900" dirty="0">
              <a:latin typeface="Times New Roman" panose="02020603050405020304" pitchFamily="18" charset="0"/>
              <a:cs typeface="Times New Roman" panose="02020603050405020304" pitchFamily="18" charset="0"/>
            </a:endParaRPr>
          </a:p>
          <a:p>
            <a:pPr marL="342900" indent="-342900">
              <a:buClr>
                <a:srgbClr val="000000"/>
              </a:buClr>
              <a:buSzPct val="45000"/>
              <a:buFont typeface="Wingdings" panose="05000000000000000000" pitchFamily="2" charset="2"/>
              <a:buChar char="q"/>
              <a:tabLst>
                <a:tab pos="408240" algn="l"/>
              </a:tabLst>
            </a:pPr>
            <a:r>
              <a:rPr lang="en-IN" sz="1900" dirty="0">
                <a:latin typeface="Times New Roman" panose="02020603050405020304" pitchFamily="18" charset="0"/>
                <a:cs typeface="Times New Roman" panose="02020603050405020304" pitchFamily="18" charset="0"/>
              </a:rPr>
              <a:t>Warsi, M. Abdullah, M. N. Husen, M. Yahya, S. Khan, and N. Jawaid, “Gun detection system using YOLOv3,” in Proceedings of the 2019 IEEE International Conference on Smart Instrumentation, Measurement and Application (ICSIMA), pp. 1–4, IEEE, Kuala Lumpur, Malaysia, August 2019.</a:t>
            </a:r>
          </a:p>
          <a:p>
            <a:pPr>
              <a:buClr>
                <a:srgbClr val="000000"/>
              </a:buClr>
              <a:buSzPct val="45000"/>
              <a:tabLst>
                <a:tab pos="408240" algn="l"/>
              </a:tabLst>
            </a:pPr>
            <a:r>
              <a:rPr lang="en-IN" sz="1900" dirty="0">
                <a:latin typeface="Times New Roman" panose="02020603050405020304" pitchFamily="18" charset="0"/>
                <a:cs typeface="Times New Roman" panose="02020603050405020304" pitchFamily="18" charset="0"/>
                <a:hlinkClick r:id="rId3"/>
              </a:rPr>
              <a:t>Gun Detection System Using Yolov3 | IEEE Conference Publication | IEEE Xplore</a:t>
            </a:r>
            <a:endParaRPr lang="en-IN" sz="1900" dirty="0">
              <a:latin typeface="Times New Roman" panose="02020603050405020304" pitchFamily="18" charset="0"/>
              <a:cs typeface="Times New Roman" panose="02020603050405020304" pitchFamily="18" charset="0"/>
            </a:endParaRPr>
          </a:p>
          <a:p>
            <a:pPr>
              <a:buClr>
                <a:srgbClr val="000000"/>
              </a:buClr>
              <a:buSzPct val="45000"/>
              <a:tabLst>
                <a:tab pos="408240" algn="l"/>
              </a:tabLst>
            </a:pPr>
            <a:endParaRPr lang="en-IN" sz="1900" dirty="0">
              <a:latin typeface="Times New Roman" panose="02020603050405020304" pitchFamily="18" charset="0"/>
              <a:cs typeface="Times New Roman" panose="02020603050405020304" pitchFamily="18" charset="0"/>
            </a:endParaRPr>
          </a:p>
          <a:p>
            <a:pPr marL="342900" indent="-342900">
              <a:buClr>
                <a:srgbClr val="000000"/>
              </a:buClr>
              <a:buSzPct val="45000"/>
              <a:buFont typeface="Wingdings" panose="05000000000000000000" pitchFamily="2" charset="2"/>
              <a:buChar char="q"/>
              <a:tabLst>
                <a:tab pos="408240" algn="l"/>
              </a:tabLst>
            </a:pPr>
            <a:r>
              <a:rPr lang="en-IN" sz="1900" dirty="0">
                <a:latin typeface="Times New Roman" panose="02020603050405020304" pitchFamily="18" charset="0"/>
                <a:cs typeface="Times New Roman" panose="02020603050405020304" pitchFamily="18" charset="0"/>
              </a:rPr>
              <a:t>I-SMAC (IoT in Social, Mobile, Analytics and Cloud)(I SMAC), pp. 84–86, IEEE, </a:t>
            </a:r>
            <a:r>
              <a:rPr lang="en-IN" sz="1900" dirty="0" err="1">
                <a:latin typeface="Times New Roman" panose="02020603050405020304" pitchFamily="18" charset="0"/>
                <a:cs typeface="Times New Roman" panose="02020603050405020304" pitchFamily="18" charset="0"/>
              </a:rPr>
              <a:t>Palladam</a:t>
            </a:r>
            <a:r>
              <a:rPr lang="en-IN" sz="1900" dirty="0">
                <a:latin typeface="Times New Roman" panose="02020603050405020304" pitchFamily="18" charset="0"/>
                <a:cs typeface="Times New Roman" panose="02020603050405020304" pitchFamily="18" charset="0"/>
              </a:rPr>
              <a:t>, India, December 2019.</a:t>
            </a:r>
          </a:p>
          <a:p>
            <a:pPr>
              <a:buClr>
                <a:srgbClr val="000000"/>
              </a:buClr>
              <a:buSzPct val="45000"/>
              <a:tabLst>
                <a:tab pos="408240" algn="l"/>
              </a:tabLst>
            </a:pPr>
            <a:r>
              <a:rPr lang="en-US" sz="1900" dirty="0">
                <a:latin typeface="Times New Roman" panose="02020603050405020304" pitchFamily="18" charset="0"/>
                <a:cs typeface="Times New Roman" panose="02020603050405020304" pitchFamily="18" charset="0"/>
                <a:hlinkClick r:id="rId4"/>
              </a:rPr>
              <a:t>Weapon Detection using Yolov4, CNN</a:t>
            </a:r>
            <a:endParaRPr lang="en-US" sz="1900" dirty="0">
              <a:latin typeface="Times New Roman" panose="02020603050405020304" pitchFamily="18" charset="0"/>
              <a:cs typeface="Times New Roman" panose="02020603050405020304" pitchFamily="18" charset="0"/>
            </a:endParaRPr>
          </a:p>
          <a:p>
            <a:pPr>
              <a:buClr>
                <a:srgbClr val="000000"/>
              </a:buClr>
              <a:buSzPct val="45000"/>
              <a:tabLst>
                <a:tab pos="408240" algn="l"/>
              </a:tabLst>
            </a:pPr>
            <a:endParaRPr lang="en-US" sz="1900" dirty="0">
              <a:latin typeface="Times New Roman" panose="02020603050405020304" pitchFamily="18" charset="0"/>
              <a:cs typeface="Times New Roman" panose="02020603050405020304" pitchFamily="18" charset="0"/>
            </a:endParaRPr>
          </a:p>
          <a:p>
            <a:pPr marL="342900" indent="-342900">
              <a:buClr>
                <a:srgbClr val="000000"/>
              </a:buClr>
              <a:buSzPct val="45000"/>
              <a:buFont typeface="Wingdings" panose="05000000000000000000" pitchFamily="2" charset="2"/>
              <a:buChar char="q"/>
              <a:tabLst>
                <a:tab pos="408240" algn="l"/>
              </a:tabLst>
            </a:pPr>
            <a:r>
              <a:rPr lang="en-US" sz="1900" dirty="0">
                <a:latin typeface="Times New Roman" panose="02020603050405020304" pitchFamily="18" charset="0"/>
                <a:cs typeface="Times New Roman" panose="02020603050405020304" pitchFamily="18" charset="0"/>
              </a:rPr>
              <a:t>K.-E. Ko and K.-B. Sim, “Deep convolutional framework for abnormal behavior detection in a smart surveillance system,” Engineering Applications of Artificial Intelligence, vol. 67, pp. 226–234, 2018.</a:t>
            </a:r>
            <a:endParaRPr lang="en-IN" sz="1900" dirty="0">
              <a:latin typeface="Times New Roman" panose="02020603050405020304" pitchFamily="18" charset="0"/>
              <a:cs typeface="Times New Roman" panose="02020603050405020304" pitchFamily="18" charset="0"/>
            </a:endParaRPr>
          </a:p>
          <a:p>
            <a:pPr>
              <a:buClr>
                <a:srgbClr val="000000"/>
              </a:buClr>
              <a:buSzPct val="45000"/>
              <a:tabLst>
                <a:tab pos="408240" algn="l"/>
              </a:tabLst>
            </a:pPr>
            <a:r>
              <a:rPr lang="en-US" sz="1900" dirty="0">
                <a:latin typeface="Times New Roman" panose="02020603050405020304" pitchFamily="18" charset="0"/>
                <a:cs typeface="Times New Roman" panose="02020603050405020304" pitchFamily="18" charset="0"/>
                <a:hlinkClick r:id="rId5"/>
              </a:rPr>
              <a:t>Deep convolutional framework for abnormal behavior detection in a smart surveillance system - ScienceDirect</a:t>
            </a:r>
            <a:endParaRPr lang="en-IN" sz="1900" b="0" strike="noStrike" spc="-1" dirty="0">
              <a:solidFill>
                <a:srgbClr val="00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3864C55-C4F9-2F01-8696-FEA677A26A61}"/>
              </a:ext>
            </a:extLst>
          </p:cNvPr>
          <p:cNvPicPr>
            <a:picLocks noChangeAspect="1"/>
          </p:cNvPicPr>
          <p:nvPr/>
        </p:nvPicPr>
        <p:blipFill>
          <a:blip r:embed="rId6"/>
          <a:stretch>
            <a:fillRect/>
          </a:stretch>
        </p:blipFill>
        <p:spPr>
          <a:xfrm>
            <a:off x="73982" y="92242"/>
            <a:ext cx="1257300" cy="100012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PlaceHolder 1"/>
          <p:cNvSpPr>
            <a:spLocks noGrp="1"/>
          </p:cNvSpPr>
          <p:nvPr>
            <p:ph/>
          </p:nvPr>
        </p:nvSpPr>
        <p:spPr>
          <a:xfrm>
            <a:off x="720000" y="1112040"/>
            <a:ext cx="10515240" cy="3927960"/>
          </a:xfrm>
          <a:prstGeom prst="rect">
            <a:avLst/>
          </a:prstGeom>
          <a:noFill/>
          <a:ln w="0">
            <a:noFill/>
          </a:ln>
        </p:spPr>
        <p:txBody>
          <a:bodyPr lIns="91440" tIns="45720" rIns="91440" bIns="45720" anchor="t">
            <a:noAutofit/>
          </a:bodyPr>
          <a:lstStyle/>
          <a:p>
            <a:pPr marL="914400" indent="0" algn="ctr" defTabSz="914400">
              <a:lnSpc>
                <a:spcPct val="250000"/>
              </a:lnSpc>
              <a:spcBef>
                <a:spcPts val="204"/>
              </a:spcBef>
              <a:buNone/>
              <a:tabLst>
                <a:tab pos="0" algn="l"/>
              </a:tabLst>
            </a:pPr>
            <a:r>
              <a:rPr lang="en-IN" sz="7200" b="0" strike="noStrike" spc="-1">
                <a:solidFill>
                  <a:schemeClr val="dk1"/>
                </a:solidFill>
                <a:latin typeface="Times New Roman"/>
                <a:ea typeface="Arial MT"/>
              </a:rPr>
              <a:t>THANK YOU!</a:t>
            </a:r>
            <a:endParaRPr lang="en-US" sz="7200" b="0" strike="noStrike" spc="-1" dirty="0">
              <a:solidFill>
                <a:schemeClr val="dk1"/>
              </a:solidFill>
              <a:latin typeface="Calibri"/>
            </a:endParaRPr>
          </a:p>
        </p:txBody>
      </p:sp>
      <p:pic>
        <p:nvPicPr>
          <p:cNvPr id="3" name="Picture 2">
            <a:extLst>
              <a:ext uri="{FF2B5EF4-FFF2-40B4-BE49-F238E27FC236}">
                <a16:creationId xmlns:a16="http://schemas.microsoft.com/office/drawing/2014/main" id="{FA8C72AD-0C79-B756-1D76-7D31CC8DCD86}"/>
              </a:ext>
            </a:extLst>
          </p:cNvPr>
          <p:cNvPicPr>
            <a:picLocks noChangeAspect="1"/>
          </p:cNvPicPr>
          <p:nvPr/>
        </p:nvPicPr>
        <p:blipFill>
          <a:blip r:embed="rId2"/>
          <a:stretch>
            <a:fillRect/>
          </a:stretch>
        </p:blipFill>
        <p:spPr>
          <a:xfrm>
            <a:off x="328110" y="426368"/>
            <a:ext cx="1257300" cy="100012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480</Words>
  <Application>Microsoft Office PowerPoint</Application>
  <PresentationFormat>Widescreen</PresentationFormat>
  <Paragraphs>41</Paragraphs>
  <Slides>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Calibri Light</vt:lpstr>
      <vt:lpstr>Times New Roman</vt:lpstr>
      <vt:lpstr>Wingdings</vt:lpstr>
      <vt:lpstr>Office Theme</vt:lpstr>
      <vt:lpstr>Automatic Gun Detection and Recognition using Deep Learning </vt:lpstr>
      <vt:lpstr>Abstract</vt:lpstr>
      <vt:lpstr>  Requirements for the Proposed Project</vt:lpstr>
      <vt:lpstr> Proposed Methodology</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 Varshini C</dc:creator>
  <cp:lastModifiedBy>Sri Varshini C</cp:lastModifiedBy>
  <cp:revision>1</cp:revision>
  <dcterms:created xsi:type="dcterms:W3CDTF">2025-07-04T14:38:15Z</dcterms:created>
  <dcterms:modified xsi:type="dcterms:W3CDTF">2025-10-07T23:44:39Z</dcterms:modified>
</cp:coreProperties>
</file>